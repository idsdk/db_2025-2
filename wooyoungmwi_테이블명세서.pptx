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4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F42C4-4ACB-EAD8-61B8-6F5D0DC41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F28B59-4A08-E77B-81CF-80AB2DF11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9B0574-D1D5-213F-A16C-36AD5E3B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687E94-A227-9583-495C-5E0A91D92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A2BEC-F918-61C2-089F-E78E03B2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C62B1-10DF-936A-7DD6-F7DD4B08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64E83-485A-2A63-9E44-E191278E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1C8E8-6466-BE87-E7D3-6BE33AF2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3A0339-FC8E-B1DD-B0C5-96B30B17A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F2703-EE7E-214A-9182-61C8A514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91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68164-2937-FDEB-1B2D-C6E60586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7C50D5-60E4-BC2B-C73B-2322EBAA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64187-6560-0FA1-6F20-AC68F1FB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288A8-EF4F-2E49-CA5A-471A4E6A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5BE570-1726-3A9A-6ECD-0081C65F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31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CE9F7-8822-1554-121F-1E4815D1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538CD-2DCE-7785-334E-B97A69573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839C82-5E14-8CA5-855B-187FF84EA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D6F6DA-E32B-5B0B-F092-568D2126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FC4573-3CAE-13ED-AFAF-6F22FDD9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61D7AF-204F-EBA1-C209-6C1225D5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6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D9B66-9050-0C71-C7A9-DDC56FC1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243E1D-ED90-912F-AEDD-A7E2BADE1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113E84-A7F1-DDBD-3224-E821900B7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A3059D-B7B2-1143-E19D-922C21489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5281EC-F887-C9B9-9710-88D423086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D74D17-D710-A4AF-1BDA-65F326D44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BC619D-958F-5D69-CD0F-5E21B965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BD1F2-A026-9D22-B890-5A1E2D00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94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DFCB2-9F27-51E9-9ED4-3E97730D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77AD51-49A8-514D-AB48-EEFD173F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0C1CE9-319A-120C-62BB-08EB5B1A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7C728B-E7BE-1F79-C156-FC1B9C3C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04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381E3A-E1E8-FC9F-1E9A-61B3DBB0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995A47-1519-B6E8-DB52-EEE13685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43013-9234-EBE1-8D7F-8F60140F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5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D3B62-0D1F-406D-1776-BA93F40D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CB6B55-C809-A324-0601-DF74096DD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B1EEB9-DE09-F6AC-B7AE-3342333AA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43171D-F4E0-B16A-9271-57D45D08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5A772-A717-CE92-AF94-1F72B1D8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A7834A-D451-B201-F065-51426D5C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31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6994E-10D3-0DE4-96F6-D85D0648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34813A-7CDF-0F3C-F8D4-8CCA8D992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A32D9F-AA25-18B5-9DA9-17A49B292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1B77F4-77F9-CF30-5A62-FC6840E4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CD9525-742A-D4BE-89AD-6AEAA429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E1AECE-ED25-81B3-2399-247EE045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60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DFA46-EF2E-4C6A-1573-458D0FF6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EA8E90-9C17-0211-6518-55F8A89B0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5CDC7-94ED-D745-9A43-24E5C1E67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55C941-17BD-87D5-4972-89A53FDD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396F8-56D3-5FCC-8246-95C816E2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10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18F049-7757-CBF0-E800-DCB8AB952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92AB72-9313-6C60-F1D2-67CE3D72B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910BA-7427-211D-4AC4-FE7D1071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6EBBA-23E8-850D-B577-553DB30C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989A41-221B-1C73-9097-2A6135EB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54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AC1D30-1281-7114-70C7-7055F4D0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DC46C-ADCE-3466-4C25-83D2C2131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FCCEFC-91DB-1AE7-1E37-957A4BEF7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6C0BC-2D36-4CAB-9236-43779D68D787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015A1B-4267-D183-0574-3BD6A6506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2FE03-EC07-54CF-A08C-7C20131D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C3383-BA01-4262-9019-18554661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20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D223D1-F61D-0D43-C9E0-A80C6F49C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727465"/>
              </p:ext>
            </p:extLst>
          </p:nvPr>
        </p:nvGraphicFramePr>
        <p:xfrm>
          <a:off x="529389" y="513347"/>
          <a:ext cx="11149264" cy="5434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448788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44878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회원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4178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기본키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외래키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비밀번호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이메일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Varchar(10)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23780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722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7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AE2AE28-27E5-F663-3E6B-6195E75E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75231"/>
              </p:ext>
            </p:extLst>
          </p:nvPr>
        </p:nvGraphicFramePr>
        <p:xfrm>
          <a:off x="529389" y="513347"/>
          <a:ext cx="11149264" cy="53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627294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62729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상품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6513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10827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10827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627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627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00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D51D-BA3E-7AA2-A9EF-415DBC2B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34BE788-6358-7AB0-38CF-DCF256B0D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509236"/>
              </p:ext>
            </p:extLst>
          </p:nvPr>
        </p:nvGraphicFramePr>
        <p:xfrm>
          <a:off x="521368" y="513347"/>
          <a:ext cx="11149264" cy="5871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574703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5747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저장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5967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991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장바구니번호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991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57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574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9919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33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8BB6-982E-3140-938B-97B733A1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7DE92F-323D-12AD-B45B-23DC9DCFE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2649"/>
              </p:ext>
            </p:extLst>
          </p:nvPr>
        </p:nvGraphicFramePr>
        <p:xfrm>
          <a:off x="529389" y="513347"/>
          <a:ext cx="11149264" cy="50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448788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44878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주문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46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배송지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주문수량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185451"/>
                  </a:ext>
                </a:extLst>
              </a:tr>
              <a:tr h="7746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회원아이디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021016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23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67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6CDA-73DE-87AB-A06B-A0EEB49F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80C78E-DB92-3922-5C77-C369ECA39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80478"/>
              </p:ext>
            </p:extLst>
          </p:nvPr>
        </p:nvGraphicFramePr>
        <p:xfrm>
          <a:off x="529389" y="513347"/>
          <a:ext cx="11149264" cy="519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52">
                  <a:extLst>
                    <a:ext uri="{9D8B030D-6E8A-4147-A177-3AD203B41FA5}">
                      <a16:colId xmlns:a16="http://schemas.microsoft.com/office/drawing/2014/main" val="3233983186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855560818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156638140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4059447677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3964857083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1030915682"/>
                    </a:ext>
                  </a:extLst>
                </a:gridCol>
                <a:gridCol w="1592752">
                  <a:extLst>
                    <a:ext uri="{9D8B030D-6E8A-4147-A177-3AD203B41FA5}">
                      <a16:colId xmlns:a16="http://schemas.microsoft.com/office/drawing/2014/main" val="2764903604"/>
                    </a:ext>
                  </a:extLst>
                </a:gridCol>
              </a:tblGrid>
              <a:tr h="693906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501206"/>
                  </a:ext>
                </a:extLst>
              </a:tr>
              <a:tr h="69390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테이블이름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룩북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135405"/>
                  </a:ext>
                </a:extLst>
              </a:tr>
              <a:tr h="7205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속성이름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데이터타입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널허용여부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기본값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기본키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외래키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제약조건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742898"/>
                  </a:ext>
                </a:extLst>
              </a:tr>
              <a:tr h="11976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룩북번호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18073"/>
                  </a:ext>
                </a:extLst>
              </a:tr>
              <a:tr h="11976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룩북이름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132912"/>
                  </a:ext>
                </a:extLst>
              </a:tr>
              <a:tr h="6939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출시가격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04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81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EFDECECAE815428E4874546E1D19C3" ma:contentTypeVersion="10" ma:contentTypeDescription="새 문서를 만듭니다." ma:contentTypeScope="" ma:versionID="66b9dc675fd3f0df76994283d786bbcb">
  <xsd:schema xmlns:xsd="http://www.w3.org/2001/XMLSchema" xmlns:xs="http://www.w3.org/2001/XMLSchema" xmlns:p="http://schemas.microsoft.com/office/2006/metadata/properties" xmlns:ns3="0132d4f7-3ff6-42a6-9c84-a78a808c16d0" targetNamespace="http://schemas.microsoft.com/office/2006/metadata/properties" ma:root="true" ma:fieldsID="cfb47be8371f2b39d6a6c7cd855d24ba" ns3:_="">
    <xsd:import namespace="0132d4f7-3ff6-42a6-9c84-a78a808c16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2d4f7-3ff6-42a6-9c84-a78a808c16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32d4f7-3ff6-42a6-9c84-a78a808c16d0" xsi:nil="true"/>
  </documentManagement>
</p:properties>
</file>

<file path=customXml/itemProps1.xml><?xml version="1.0" encoding="utf-8"?>
<ds:datastoreItem xmlns:ds="http://schemas.openxmlformats.org/officeDocument/2006/customXml" ds:itemID="{EDD9E380-65C9-401E-93C5-28BA33C1A9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32d4f7-3ff6-42a6-9c84-a78a808c16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F260D9-F4FD-40C8-A78A-44C3591446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B9FF47-4544-4801-BD97-FA3D84817361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0132d4f7-3ff6-42a6-9c84-a78a808c16d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199</Words>
  <Application>Microsoft Office PowerPoint</Application>
  <PresentationFormat>와이드스크린</PresentationFormat>
  <Paragraphs>141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신동경</dc:creator>
  <cp:lastModifiedBy>신동경</cp:lastModifiedBy>
  <cp:revision>3</cp:revision>
  <dcterms:created xsi:type="dcterms:W3CDTF">2025-11-10T07:50:32Z</dcterms:created>
  <dcterms:modified xsi:type="dcterms:W3CDTF">2025-12-01T07:06:44Z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0x01010005EFDECECAE815428E4874546E1D19C3</vt:lpwstr>
  </property>
</Properties>
</file>