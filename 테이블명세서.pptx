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7" r:id="rId5"/>
    <p:sldId id="256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47" autoAdjust="0"/>
    <p:restoredTop sz="94660"/>
  </p:normalViewPr>
  <p:slideViewPr>
    <p:cSldViewPr snapToGrid="0" showGuides="1">
      <p:cViewPr varScale="1">
        <p:scale>
          <a:sx n="58" d="100"/>
          <a:sy n="58" d="100"/>
        </p:scale>
        <p:origin x="162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3F42C4-4ACB-EAD8-61B8-6F5D0DC416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6F28B59-4A08-E77B-81CF-80AB2DF114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E9B0574-D1D5-213F-A16C-36AD5E3BB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6C0BC-2D36-4CAB-9236-43779D68D78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687E94-A227-9583-495C-5E0A91D92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6A2BEC-F918-61C2-089F-E78E03B2B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C3383-BA01-4262-9019-18554661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961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CC62B1-10DF-936A-7DD6-F7DD4B0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864E83-485A-2A63-9E44-E191278E3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61C8E8-6466-BE87-E7D3-6BE33AF2F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6C0BC-2D36-4CAB-9236-43779D68D78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3A0339-FC8E-B1DD-B0C5-96B30B17A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AF2703-EE7E-214A-9182-61C8A514F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C3383-BA01-4262-9019-18554661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0913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68164-2937-FDEB-1B2D-C6E605860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7C50D5-60E4-BC2B-C73B-2322EBAA9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C64187-6560-0FA1-6F20-AC68F1FB4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6C0BC-2D36-4CAB-9236-43779D68D78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9288A8-EF4F-2E49-CA5A-471A4E6AE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5BE570-1726-3A9A-6ECD-0081C65F0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C3383-BA01-4262-9019-18554661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531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ECE9F7-8822-1554-121F-1E4815D1A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95538CD-2DCE-7785-334E-B97A695738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5839C82-5E14-8CA5-855B-187FF84EAD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8D6F6DA-E32B-5B0B-F092-568D21267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6C0BC-2D36-4CAB-9236-43779D68D78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8FC4573-3CAE-13ED-AFAF-6F22FDD9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C61D7AF-204F-EBA1-C209-6C1225D51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C3383-BA01-4262-9019-18554661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9867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DD9B66-9050-0C71-C7A9-DDC56FC1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243E1D-ED90-912F-AEDD-A7E2BADE17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113E84-A7F1-DDBD-3224-E821900B78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BA3059D-B7B2-1143-E19D-922C21489D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D5281EC-F887-C9B9-9710-88D4230864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FD74D17-D710-A4AF-1BDA-65F326D44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6C0BC-2D36-4CAB-9236-43779D68D78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ABC619D-958F-5D69-CD0F-5E21B9656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87BD1F2-A026-9D22-B890-5A1E2D00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C3383-BA01-4262-9019-18554661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7944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2DFCB2-9F27-51E9-9ED4-3E97730DA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77AD51-49A8-514D-AB48-EEFD173F5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6C0BC-2D36-4CAB-9236-43779D68D78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0C1CE9-319A-120C-62BB-08EB5B1A6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7C728B-E7BE-1F79-C156-FC1B9C3C6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C3383-BA01-4262-9019-18554661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5049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381E3A-E1E8-FC9F-1E9A-61B3DBB0C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6C0BC-2D36-4CAB-9236-43779D68D78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9995A47-1519-B6E8-DB52-EEE13685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143013-9234-EBE1-8D7F-8F60140F8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C3383-BA01-4262-9019-18554661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1651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9D3B62-0D1F-406D-1776-BA93F40DB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CB6B55-C809-A324-0601-DF74096DD6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EB1EEB9-DE09-F6AC-B7AE-3342333AAB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43171D-F4E0-B16A-9271-57D45D08E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6C0BC-2D36-4CAB-9236-43779D68D78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55A772-A717-CE92-AF94-1F72B1D89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CA7834A-D451-B201-F065-51426D5C9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C3383-BA01-4262-9019-18554661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8931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56994E-10D3-0DE4-96F6-D85D0648D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E34813A-7CDF-0F3C-F8D4-8CCA8D992A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A32D9F-AA25-18B5-9DA9-17A49B292C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81B77F4-77F9-CF30-5A62-FC6840E47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6C0BC-2D36-4CAB-9236-43779D68D78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BCD9525-742A-D4BE-89AD-6AEAA429B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6E1AECE-ED25-81B3-2399-247EE0456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C3383-BA01-4262-9019-18554661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2600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2DFA46-EF2E-4C6A-1573-458D0FF6B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2EA8E90-9C17-0211-6518-55F8A89B0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5CDC7-94ED-D745-9A43-24E5C1E67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6C0BC-2D36-4CAB-9236-43779D68D78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55C941-17BD-87D5-4972-89A53FDD8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6396F8-56D3-5FCC-8246-95C816E2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C3383-BA01-4262-9019-18554661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7109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D18F049-7757-CBF0-E800-DCB8AB952C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92AB72-9313-6C60-F1D2-67CE3D72B6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9910BA-7427-211D-4AC4-FE7D10710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6C0BC-2D36-4CAB-9236-43779D68D78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C6EBBA-23E8-850D-B577-553DB30CB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989A41-221B-1C73-9097-2A6135EBD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C3383-BA01-4262-9019-18554661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7545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4AC1D30-1281-7114-70C7-7055F4D05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7DC46C-ADCE-3466-4C25-83D2C2131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FCCEFC-91DB-1AE7-1E37-957A4BEF75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B6C0BC-2D36-4CAB-9236-43779D68D78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015A1B-4267-D183-0574-3BD6A65064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42FE03-EC07-54CF-A08C-7C20131D43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1C3383-BA01-4262-9019-18554661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4204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FD223D1-F61D-0D43-C9E0-A80C6F49C6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198219"/>
              </p:ext>
            </p:extLst>
          </p:nvPr>
        </p:nvGraphicFramePr>
        <p:xfrm>
          <a:off x="529389" y="513347"/>
          <a:ext cx="11149264" cy="54344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752">
                  <a:extLst>
                    <a:ext uri="{9D8B030D-6E8A-4147-A177-3AD203B41FA5}">
                      <a16:colId xmlns:a16="http://schemas.microsoft.com/office/drawing/2014/main" val="3233983186"/>
                    </a:ext>
                  </a:extLst>
                </a:gridCol>
                <a:gridCol w="1592752">
                  <a:extLst>
                    <a:ext uri="{9D8B030D-6E8A-4147-A177-3AD203B41FA5}">
                      <a16:colId xmlns:a16="http://schemas.microsoft.com/office/drawing/2014/main" val="1855560818"/>
                    </a:ext>
                  </a:extLst>
                </a:gridCol>
                <a:gridCol w="1592752">
                  <a:extLst>
                    <a:ext uri="{9D8B030D-6E8A-4147-A177-3AD203B41FA5}">
                      <a16:colId xmlns:a16="http://schemas.microsoft.com/office/drawing/2014/main" val="3156638140"/>
                    </a:ext>
                  </a:extLst>
                </a:gridCol>
                <a:gridCol w="1592752">
                  <a:extLst>
                    <a:ext uri="{9D8B030D-6E8A-4147-A177-3AD203B41FA5}">
                      <a16:colId xmlns:a16="http://schemas.microsoft.com/office/drawing/2014/main" val="4059447677"/>
                    </a:ext>
                  </a:extLst>
                </a:gridCol>
                <a:gridCol w="1592752">
                  <a:extLst>
                    <a:ext uri="{9D8B030D-6E8A-4147-A177-3AD203B41FA5}">
                      <a16:colId xmlns:a16="http://schemas.microsoft.com/office/drawing/2014/main" val="3964857083"/>
                    </a:ext>
                  </a:extLst>
                </a:gridCol>
                <a:gridCol w="1592752">
                  <a:extLst>
                    <a:ext uri="{9D8B030D-6E8A-4147-A177-3AD203B41FA5}">
                      <a16:colId xmlns:a16="http://schemas.microsoft.com/office/drawing/2014/main" val="1030915682"/>
                    </a:ext>
                  </a:extLst>
                </a:gridCol>
                <a:gridCol w="1592752">
                  <a:extLst>
                    <a:ext uri="{9D8B030D-6E8A-4147-A177-3AD203B41FA5}">
                      <a16:colId xmlns:a16="http://schemas.microsoft.com/office/drawing/2014/main" val="2764903604"/>
                    </a:ext>
                  </a:extLst>
                </a:gridCol>
              </a:tblGrid>
              <a:tr h="448788"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테이블 명세서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5501206"/>
                  </a:ext>
                </a:extLst>
              </a:tr>
              <a:tr h="448788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테이블이름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상품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1135405"/>
                  </a:ext>
                </a:extLst>
              </a:tr>
              <a:tr h="41787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/>
                        <a:t>속성이름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/>
                        <a:t>데이터타입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/>
                        <a:t>널허용여부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/>
                        <a:t>기본값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/>
                        <a:t>기본키</a:t>
                      </a:r>
                      <a:endParaRPr lang="ko-KR" altLang="en-US" b="1" dirty="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/>
                        <a:t>외래키</a:t>
                      </a:r>
                      <a:endParaRPr lang="ko-KR" altLang="en-US" b="1" dirty="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/>
                        <a:t>제약조건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6742898"/>
                  </a:ext>
                </a:extLst>
              </a:tr>
              <a:tr h="7746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회원아이디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7018073"/>
                  </a:ext>
                </a:extLst>
              </a:tr>
              <a:tr h="7746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비밀번호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0132912"/>
                  </a:ext>
                </a:extLst>
              </a:tr>
              <a:tr h="4487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9304536"/>
                  </a:ext>
                </a:extLst>
              </a:tr>
              <a:tr h="4487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나이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Y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6185451"/>
                  </a:ext>
                </a:extLst>
              </a:tr>
              <a:tr h="7746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직업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Y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Sirver</a:t>
                      </a:r>
                      <a:r>
                        <a:rPr lang="en-US" altLang="ko-KR" dirty="0"/>
                        <a:t>, Gold, Vip </a:t>
                      </a:r>
                      <a:r>
                        <a:rPr lang="ko-KR" altLang="en-US" dirty="0"/>
                        <a:t>만 허용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2021016"/>
                  </a:ext>
                </a:extLst>
              </a:tr>
              <a:tr h="4487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등급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4623780"/>
                  </a:ext>
                </a:extLst>
              </a:tr>
              <a:tr h="4487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적립금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67221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170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AE2AE28-27E5-F663-3E6B-6195E75E59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842850"/>
              </p:ext>
            </p:extLst>
          </p:nvPr>
        </p:nvGraphicFramePr>
        <p:xfrm>
          <a:off x="529389" y="513347"/>
          <a:ext cx="11149264" cy="54825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752">
                  <a:extLst>
                    <a:ext uri="{9D8B030D-6E8A-4147-A177-3AD203B41FA5}">
                      <a16:colId xmlns:a16="http://schemas.microsoft.com/office/drawing/2014/main" val="3233983186"/>
                    </a:ext>
                  </a:extLst>
                </a:gridCol>
                <a:gridCol w="1592752">
                  <a:extLst>
                    <a:ext uri="{9D8B030D-6E8A-4147-A177-3AD203B41FA5}">
                      <a16:colId xmlns:a16="http://schemas.microsoft.com/office/drawing/2014/main" val="1855560818"/>
                    </a:ext>
                  </a:extLst>
                </a:gridCol>
                <a:gridCol w="1592752">
                  <a:extLst>
                    <a:ext uri="{9D8B030D-6E8A-4147-A177-3AD203B41FA5}">
                      <a16:colId xmlns:a16="http://schemas.microsoft.com/office/drawing/2014/main" val="3156638140"/>
                    </a:ext>
                  </a:extLst>
                </a:gridCol>
                <a:gridCol w="1592752">
                  <a:extLst>
                    <a:ext uri="{9D8B030D-6E8A-4147-A177-3AD203B41FA5}">
                      <a16:colId xmlns:a16="http://schemas.microsoft.com/office/drawing/2014/main" val="4059447677"/>
                    </a:ext>
                  </a:extLst>
                </a:gridCol>
                <a:gridCol w="1592752">
                  <a:extLst>
                    <a:ext uri="{9D8B030D-6E8A-4147-A177-3AD203B41FA5}">
                      <a16:colId xmlns:a16="http://schemas.microsoft.com/office/drawing/2014/main" val="3964857083"/>
                    </a:ext>
                  </a:extLst>
                </a:gridCol>
                <a:gridCol w="1592752">
                  <a:extLst>
                    <a:ext uri="{9D8B030D-6E8A-4147-A177-3AD203B41FA5}">
                      <a16:colId xmlns:a16="http://schemas.microsoft.com/office/drawing/2014/main" val="1030915682"/>
                    </a:ext>
                  </a:extLst>
                </a:gridCol>
                <a:gridCol w="1592752">
                  <a:extLst>
                    <a:ext uri="{9D8B030D-6E8A-4147-A177-3AD203B41FA5}">
                      <a16:colId xmlns:a16="http://schemas.microsoft.com/office/drawing/2014/main" val="2764903604"/>
                    </a:ext>
                  </a:extLst>
                </a:gridCol>
              </a:tblGrid>
              <a:tr h="448788"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테이블 명세서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5501206"/>
                  </a:ext>
                </a:extLst>
              </a:tr>
              <a:tr h="448788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테이블이름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상품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1135405"/>
                  </a:ext>
                </a:extLst>
              </a:tr>
              <a:tr h="46600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속성이름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데이터타입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널허용여부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기본값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>
                          <a:solidFill>
                            <a:schemeClr val="tx1"/>
                          </a:solidFill>
                        </a:rPr>
                        <a:t>기본키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>
                          <a:solidFill>
                            <a:schemeClr val="tx1"/>
                          </a:solidFill>
                        </a:rPr>
                        <a:t>외래키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제약조건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6742898"/>
                  </a:ext>
                </a:extLst>
              </a:tr>
              <a:tr h="7746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상품번호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PC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7018073"/>
                  </a:ext>
                </a:extLst>
              </a:tr>
              <a:tr h="7746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상품명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Varchar(50)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0132912"/>
                  </a:ext>
                </a:extLst>
              </a:tr>
              <a:tr h="4487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재고량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9304536"/>
                  </a:ext>
                </a:extLst>
              </a:tr>
              <a:tr h="4487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단가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6185451"/>
                  </a:ext>
                </a:extLst>
              </a:tr>
              <a:tr h="7746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재조업체명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Varchar(30)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Fc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2021016"/>
                  </a:ext>
                </a:extLst>
              </a:tr>
              <a:tr h="4487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공급일자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Date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4623780"/>
                  </a:ext>
                </a:extLst>
              </a:tr>
              <a:tr h="4487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공급량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67221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7001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5EFDECECAE815428E4874546E1D19C3" ma:contentTypeVersion="10" ma:contentTypeDescription="새 문서를 만듭니다." ma:contentTypeScope="" ma:versionID="66b9dc675fd3f0df76994283d786bbcb">
  <xsd:schema xmlns:xsd="http://www.w3.org/2001/XMLSchema" xmlns:xs="http://www.w3.org/2001/XMLSchema" xmlns:p="http://schemas.microsoft.com/office/2006/metadata/properties" xmlns:ns3="0132d4f7-3ff6-42a6-9c84-a78a808c16d0" targetNamespace="http://schemas.microsoft.com/office/2006/metadata/properties" ma:root="true" ma:fieldsID="cfb47be8371f2b39d6a6c7cd855d24ba" ns3:_="">
    <xsd:import namespace="0132d4f7-3ff6-42a6-9c84-a78a808c16d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32d4f7-3ff6-42a6-9c84-a78a808c16d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132d4f7-3ff6-42a6-9c84-a78a808c16d0" xsi:nil="true"/>
  </documentManagement>
</p:properties>
</file>

<file path=customXml/itemProps1.xml><?xml version="1.0" encoding="utf-8"?>
<ds:datastoreItem xmlns:ds="http://schemas.openxmlformats.org/officeDocument/2006/customXml" ds:itemID="{EDD9E380-65C9-401E-93C5-28BA33C1A9B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132d4f7-3ff6-42a6-9c84-a78a808c16d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DF260D9-F4FD-40C8-A78A-44C3591446F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4B9FF47-4544-4801-BD97-FA3D84817361}">
  <ds:schemaRefs>
    <ds:schemaRef ds:uri="http://schemas.microsoft.com/office/infopath/2007/PartnerControls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0132d4f7-3ff6-42a6-9c84-a78a808c16d0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106</Words>
  <Application>Microsoft Office PowerPoint</Application>
  <PresentationFormat>와이드스크린</PresentationFormat>
  <Paragraphs>71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신동경</dc:creator>
  <cp:lastModifiedBy>신동경</cp:lastModifiedBy>
  <cp:revision>1</cp:revision>
  <dcterms:created xsi:type="dcterms:W3CDTF">2025-11-10T07:50:32Z</dcterms:created>
  <dcterms:modified xsi:type="dcterms:W3CDTF">2025-11-10T08:05:12Z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0x01010005EFDECECAE815428E4874546E1D19C3</vt:lpwstr>
  </property>
</Properties>
</file>